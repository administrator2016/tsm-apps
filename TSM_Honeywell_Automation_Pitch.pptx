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Honeywell Automation Pilot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the automation vertical built on TSM Neural Core — and what it demonstrates for the Automation team.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 ·  Founder &amp; Chief Architect, TSM Consultz LLC  ·  Phoenix, AZ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Solo Developer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288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maintain TSM Consultz LLC's AI-powered enterprise platform end-to-end — architecture, backend, frontend, and deployment.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Platform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app.tsmatter.com on Fly.io, spanning 15+ business verticals in active use.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Automation Background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6634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insurance license (NPN 18818059) and AHIP Medicare Sales certification — domain grounding in regulated, process-heavy industries.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Honeywell Pilot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client-specific automation vertical inside TSM Neural Core, purpose-built around three live incident scenarios.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5F6FA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Incident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5F6FA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Incident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63840" y="1874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5F6FA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3B4B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924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Shutdown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flows through the same four pages: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— case analysis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90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5902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 — decision &amp; escalation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974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9743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 — operator playbook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358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3583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Talk Track — stakeholder pitch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stack every Honeywell case runs through.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9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Control Plane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event bus routing case data across pages in real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8196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Runtime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store layer tracking each case's lifecycle end to 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3284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Exposure Engine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business/financial exposure scoring per incident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3284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703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checkpoint before high-stakes actions execute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37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Delivery Manager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case state and packages the final decision record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709160"/>
            <a:ext cx="5120640" cy="1234440"/>
          </a:xfrm>
          <a:prstGeom prst="roundRect">
            <a:avLst>
              <a:gd name="adj" fmla="val 5185"/>
            </a:avLst>
          </a:prstGeom>
          <a:solidFill>
            <a:srgbClr val="141B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4837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Governance Engine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decision for compliance and after-action review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 —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end-to-end test run against the running server, not a mockup.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test-honeywell-pilot.js  ·  Playwright, headless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0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Navigated to the Honeywell Strategist Portal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97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Randomly selected a CYBER incident source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546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the cyber sample payload and reloaded the page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611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Escalated the case to the Executive Portal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Executive Portal mount and case-queue synchronization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26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 gate hydrated 3 prior Honeywell decisions from persistence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PASS — case created, escalated, and synchronized across pages against the live server.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Honeywell Sits Inside a Larger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one-off demo — it's one vertical on a platform built to the same pattern 15+ times over.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verticals live on one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4904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3776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3B4B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3B4B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9264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3B4B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881360" y="196596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881360" y="19659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operating system — sector-specific workflow layered on top (Healthcare, Construction, Mortgage, Insurance, Legal, BPO, and Honeywell).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5F6FA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vertical follows the same consistent triad: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/ Strategist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case gets analyzed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decision gets made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Delivery Layer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outcome gets recorded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map directly onto an entry-level Automation role.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64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Design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 real incident-response workflow (cyber / plant / supplier) as a repeatable, staged automation.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862072"/>
            <a:ext cx="457200" cy="45720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0954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debugged a headless Playwright test that drives the app exactly as a user would, end to end.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05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79976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decision gates so automation assists a human decision-maker rather than replacing oversight.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202936"/>
            <a:ext cx="457200" cy="45720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755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at Scale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5504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one architecture pattern consistently across 15+ verticals instead of one-off scripts.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Asking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7452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entry-level opportunity on Honeywell's Automation team — to bring this hands-on build-and-test experience in-house and grow with the team.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welcome the chance to walk through the live Strategist and Executive Portal pages together, or run the automated test live.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Architect, TSM Consultz LLC  ·  Phoenix, AZ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app.tsmatter.com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2026-09-01T19:02:00Z</dcterms:created>
  <dcterms:modified xsi:type="dcterms:W3CDTF">2026-09-01T19:02:00Z</dcterms:modified>
</cp:coreProperties>
</file>