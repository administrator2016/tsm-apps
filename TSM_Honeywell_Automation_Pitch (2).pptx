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640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960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CONSULTZ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Honeywell Automation Pilot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verified against a live, automated test run today — not a mockup.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4892040"/>
            <a:ext cx="1280160" cy="18288"/>
          </a:xfrm>
          <a:prstGeom prst="rect">
            <a:avLst/>
          </a:prstGeom>
          <a:solidFill>
            <a:srgbClr val="C8202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5029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Latorrey Whitehead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5349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Chief Architect, TSM Consultz LLC  ·  Phoenix, AZ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 Am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/home/claude/icons/wh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50" y="1500530"/>
            <a:ext cx="473659" cy="4736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39903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Solo Developer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417320" y="1764792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maintain TSM Consultz LLC's AI-powered enterprise platform end-to-end — architecture, backend, frontend, and deployment.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8346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/home/claude/icons/sta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50" y="2917850"/>
            <a:ext cx="473659" cy="47365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81635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Production Platform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417320" y="3182112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at app.tsmatter.com on Fly.io, spanning 15+ business verticals in active use — including the Honeywell vertical this deck is built on.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42519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2" descr="/home/claude/icons/clip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" y="4335170"/>
            <a:ext cx="473659" cy="47365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423367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Automation Background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1417320" y="4599432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Arizona insurance license (NPN 18818059) and AHIP Medicare Sales certification — domain grounding in regulated, process-heavy industries.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Neural Core — Honeywell Automation Pilot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Ran Today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test-honeywell-pilot.js  ·  Playwright, headless — executed live against the running server, minutes before this conversation.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9AA5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276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16002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Navigated to the Honeywell Strategist Portal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084832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9AA5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848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20574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selected an incident source — the script picked CYBER on its own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542032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9AA5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5420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5146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the cyber sample payload and reloaded the page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999232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9AA5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992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9718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 the case to the Executive Portal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456432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9AA5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34290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Executive Portal mount and case-queue synchronization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913632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9AA5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9136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38862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gate hydrated 3 prior Honeywell decisions from persistence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389120"/>
            <a:ext cx="11064240" cy="566928"/>
          </a:xfrm>
          <a:prstGeom prst="rect">
            <a:avLst>
              <a:gd name="adj" fmla="val 12903"/>
            </a:avLst>
          </a:prstGeom>
          <a:solidFill>
            <a:srgbClr val="1E2761"/>
          </a:solidFill>
          <a:ln/>
        </p:spPr>
      </p:sp>
      <p:pic>
        <p:nvPicPr>
          <p:cNvPr id="23" name="Image 0" descr="/home/claude/icons/verifi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4517136"/>
            <a:ext cx="310896" cy="310896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88720" y="438912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PASS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case created, escalated, and synchronized across pages against the live server.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48640" y="512064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server instance also carries persisted decision history for five other verticals (Healthcare, BPO, Mortgage, PM) — this is a running platform, not a demo built for this meeting.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Neural Core — Honeywell Automation Pilot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C8202F"/>
          </a:solidFill>
          <a:ln/>
        </p:spPr>
      </p:sp>
      <p:pic>
        <p:nvPicPr>
          <p:cNvPr id="3" name="Image 0" descr="/home/claude/icons/talktr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963" y="574243"/>
            <a:ext cx="405994" cy="4059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8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TRACK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34440" y="9326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this out loud between the proof and the scenarios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1106424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2A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6002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AA5C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1051560" y="1965960"/>
            <a:ext cx="10149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run just proved the pipeline works end to end. But the real question isn't whether it can run a test case — it's whether it catches the kind of trouble that actually costs you money, downtime, or safety exposure.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architecture you just watched pass handles three very different kinds of incident. Today's run happened to draw ‘cyber’ — but plant incidents and supplier shutdowns run through the exact same discipline: detect early, score the exposure, put a human in the loop before it becomes a bigger problem.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me show you what each one actually looks like.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Neural Core — Honeywell Automation Pilot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 OF 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658368"/>
            <a:ext cx="548640" cy="548640"/>
          </a:xfrm>
          <a:prstGeom prst="ellipse">
            <a:avLst/>
          </a:prstGeom>
          <a:solidFill>
            <a:srgbClr val="A855F7"/>
          </a:solidFill>
          <a:ln/>
        </p:spPr>
      </p:sp>
      <p:pic>
        <p:nvPicPr>
          <p:cNvPr id="4" name="Image 0" descr="/home/claude/icons/cy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963" y="729691"/>
            <a:ext cx="405994" cy="4059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65836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Incident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4114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AM. The plant historian starts throwing anomalous write patterns — the early signature of ransomware trying to get a foothold before the day shift wakes up to catch it.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3611880"/>
            <a:ext cx="4114800" cy="1600200"/>
          </a:xfrm>
          <a:prstGeom prst="rect">
            <a:avLst>
              <a:gd name="adj" fmla="val 3429"/>
            </a:avLst>
          </a:prstGeom>
          <a:solidFill>
            <a:srgbClr val="F5F6F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3749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TRACK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77240" y="4041648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Strategist scores the exposure and builds the case before a human ever touches a keyboard.”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882896" y="1931099"/>
            <a:ext cx="6784848" cy="3864483"/>
          </a:xfrm>
          <a:prstGeom prst="rect">
            <a:avLst/>
          </a:prstGeom>
          <a:solidFill>
            <a:srgbClr val="1B1F2A"/>
          </a:solidFill>
          <a:ln/>
          <a:effectLst>
            <a:outerShdw sx="100000" sy="100000" kx="0" ky="0" algn="bl" rotWithShape="0" blurRad="127000" dist="38100" dir="5400000">
              <a:srgbClr val="1B1F2A">
                <a:alpha val="25000"/>
              </a:srgbClr>
            </a:outerShdw>
          </a:effectLst>
        </p:spPr>
      </p:sp>
      <p:pic>
        <p:nvPicPr>
          <p:cNvPr id="11" name="Image 1" descr="/home/claude/screenshots_repo/cyber-incident-fu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985963"/>
            <a:ext cx="6675120" cy="375475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37760" y="5850446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Cyber / OT Security Incident Command Center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Neural Core — Honeywell Automation Pilot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 OF 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658368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4" name="Image 0" descr="/home/claude/icons/pla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963" y="729691"/>
            <a:ext cx="405994" cy="4059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65836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Incident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4114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critical valve starts showing a temperature spike that doesn't match its maintenance history — the kind of anomaly that either burns out quiet or turns into an unplanned line-down event.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3611880"/>
            <a:ext cx="4114800" cy="1600200"/>
          </a:xfrm>
          <a:prstGeom prst="rect">
            <a:avLst>
              <a:gd name="adj" fmla="val 3429"/>
            </a:avLst>
          </a:prstGeom>
          <a:solidFill>
            <a:srgbClr val="F5F6F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3749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TRACK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77240" y="4041648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“Same exposure engine, same escalation logic as cyber — the pattern underneath is identical.”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882896" y="1931099"/>
            <a:ext cx="6784848" cy="3864483"/>
          </a:xfrm>
          <a:prstGeom prst="rect">
            <a:avLst/>
          </a:prstGeom>
          <a:solidFill>
            <a:srgbClr val="1B1F2A"/>
          </a:solidFill>
          <a:ln/>
          <a:effectLst>
            <a:outerShdw sx="100000" sy="100000" kx="0" ky="0" algn="bl" rotWithShape="0" blurRad="127000" dist="38100" dir="5400000">
              <a:srgbClr val="1B1F2A">
                <a:alpha val="25000"/>
              </a:srgbClr>
            </a:outerShdw>
          </a:effectLst>
        </p:spPr>
      </p:sp>
      <p:pic>
        <p:nvPicPr>
          <p:cNvPr id="11" name="Image 1" descr="/home/claude/screenshots_repo/plant-incident-fu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985963"/>
            <a:ext cx="6675120" cy="375475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37760" y="5850446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Plant Incident Command Center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Neural Core — Honeywell Automation Pilot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3 OF 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658368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4" name="Image 0" descr="/home/claude/icons/suppli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963" y="729691"/>
            <a:ext cx="405994" cy="4059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65836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Shutdown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4114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supplier for a critical component just had a fire at their facility. Not a technical anomaly — a business one — but it hits the plant just as hard if lead times blow out.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3611880"/>
            <a:ext cx="4114800" cy="1600200"/>
          </a:xfrm>
          <a:prstGeom prst="rect">
            <a:avLst>
              <a:gd name="adj" fmla="val 3429"/>
            </a:avLst>
          </a:prstGeom>
          <a:solidFill>
            <a:srgbClr val="F5F6F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3749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TRACK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77240" y="4041648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“Strategist, Executive Portal, Audit layer — the same three-page decision, every time.”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882896" y="1931099"/>
            <a:ext cx="6784848" cy="3864483"/>
          </a:xfrm>
          <a:prstGeom prst="rect">
            <a:avLst/>
          </a:prstGeom>
          <a:solidFill>
            <a:srgbClr val="1B1F2A"/>
          </a:solidFill>
          <a:ln/>
          <a:effectLst>
            <a:outerShdw sx="100000" sy="100000" kx="0" ky="0" algn="bl" rotWithShape="0" blurRad="127000" dist="38100" dir="5400000">
              <a:srgbClr val="1B1F2A">
                <a:alpha val="25000"/>
              </a:srgbClr>
            </a:outerShdw>
          </a:effectLst>
        </p:spPr>
      </p:sp>
      <p:pic>
        <p:nvPicPr>
          <p:cNvPr id="11" name="Image 1" descr="/home/claude/screenshots_repo/supplier-shutdown-fu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985963"/>
            <a:ext cx="6675120" cy="375475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37760" y="5850446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Supplier Shutdown War Room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Neural Core — Honeywell Automation Pilot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automation stack every Honeywell case runs through — checkmarks show what today's test exercised directly.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4592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Control Plane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1984248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event bus routing case data across pages in real time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212080" y="163677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/home/claude/icons/verifi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9629" y="1684325"/>
            <a:ext cx="270662" cy="27066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343400" y="20208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today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263640" y="1508760"/>
            <a:ext cx="53492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92240" y="164592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Runtime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492240" y="1984248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store layer tracking each case's lifecycle end to end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10927080" y="163677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/home/claude/icons/verifi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4629" y="1684325"/>
            <a:ext cx="270662" cy="27066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058400" y="20208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today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548640" y="2990088"/>
            <a:ext cx="53492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777240" y="312724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BNCA Exposure Engine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777240" y="3465576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business/financial exposure scoring per incident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263640" y="2990088"/>
            <a:ext cx="53492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6492240" y="312724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Gate</a:t>
            </a:r>
            <a:endParaRPr lang="en-US" sz="1450" dirty="0"/>
          </a:p>
        </p:txBody>
      </p:sp>
      <p:sp>
        <p:nvSpPr>
          <p:cNvPr id="21" name="Text 17"/>
          <p:cNvSpPr/>
          <p:nvPr/>
        </p:nvSpPr>
        <p:spPr>
          <a:xfrm>
            <a:off x="6492240" y="3465576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checkpoint before high-stakes actions execute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10927080" y="311810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2" descr="/home/claude/icons/verifi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4629" y="3165653"/>
            <a:ext cx="270662" cy="27066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0058400" y="35021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today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548640" y="4471416"/>
            <a:ext cx="53492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777240" y="4608576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&amp; Delivery Manager</a:t>
            </a:r>
            <a:endParaRPr lang="en-US" sz="1450" dirty="0"/>
          </a:p>
        </p:txBody>
      </p:sp>
      <p:sp>
        <p:nvSpPr>
          <p:cNvPr id="27" name="Text 22"/>
          <p:cNvSpPr/>
          <p:nvPr/>
        </p:nvSpPr>
        <p:spPr>
          <a:xfrm>
            <a:off x="777240" y="4946904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case state and packages the final decision record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5212080" y="459943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9" name="Image 3" descr="/home/claude/icons/verifi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9629" y="4646981"/>
            <a:ext cx="270662" cy="27066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343400" y="4983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today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6263640" y="4471416"/>
            <a:ext cx="53492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32" name="Text 26"/>
          <p:cNvSpPr/>
          <p:nvPr/>
        </p:nvSpPr>
        <p:spPr>
          <a:xfrm>
            <a:off x="6492240" y="4608576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/ Governance Engine</a:t>
            </a:r>
            <a:endParaRPr lang="en-US" sz="1450" dirty="0"/>
          </a:p>
        </p:txBody>
      </p:sp>
      <p:sp>
        <p:nvSpPr>
          <p:cNvPr id="33" name="Text 27"/>
          <p:cNvSpPr/>
          <p:nvPr/>
        </p:nvSpPr>
        <p:spPr>
          <a:xfrm>
            <a:off x="6492240" y="4946904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every decision for compliance and after-action review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Neural Core — Honeywell Automation Pilot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Honeywell Sits Inside a Larger System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a one-off demo — it's one vertical on a platform built to the same pattern 15+ times over.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8202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15+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verticals live on one platform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1691640"/>
            <a:ext cx="1170432" cy="457200"/>
          </a:xfrm>
          <a:prstGeom prst="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1691640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480560" y="1691640"/>
            <a:ext cx="1170432" cy="457200"/>
          </a:xfrm>
          <a:prstGeom prst="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1691640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760720" y="1691640"/>
            <a:ext cx="1170432" cy="457200"/>
          </a:xfrm>
          <a:prstGeom prst="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760720" y="1691640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040880" y="1691640"/>
            <a:ext cx="1170432" cy="457200"/>
          </a:xfrm>
          <a:prstGeom prst="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0" y="1691640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321040" y="1691640"/>
            <a:ext cx="1170432" cy="457200"/>
          </a:xfrm>
          <a:prstGeom prst="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1691640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601200" y="1691640"/>
            <a:ext cx="1170432" cy="457200"/>
          </a:xfrm>
          <a:prstGeom prst="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0" y="1691640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0881360" y="1691640"/>
            <a:ext cx="1170432" cy="457200"/>
          </a:xfrm>
          <a:prstGeom prst="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10881360" y="1691640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00400" y="22860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operating system — sector-specific workflow layered on top (Healthcare, Construction, Mortgage, Insurance, Legal, BPO, and Honeywell).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vertical follows the same consistent triad: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3886200"/>
            <a:ext cx="3383280" cy="1371600"/>
          </a:xfrm>
          <a:prstGeom prst="rect">
            <a:avLst>
              <a:gd name="adj" fmla="val 4000"/>
            </a:avLst>
          </a:prstGeom>
          <a:solidFill>
            <a:srgbClr val="1E2761">
              <a:alpha val="70000"/>
            </a:srgbClr>
          </a:solidFill>
          <a:ln w="9525">
            <a:solidFill>
              <a:srgbClr val="9AA5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0690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Room / Strategist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31520" y="45262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case gets analyzed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0" y="3886200"/>
            <a:ext cx="3383280" cy="1371600"/>
          </a:xfrm>
          <a:prstGeom prst="rect">
            <a:avLst>
              <a:gd name="adj" fmla="val 4000"/>
            </a:avLst>
          </a:prstGeom>
          <a:solidFill>
            <a:srgbClr val="1E2761">
              <a:alpha val="70000"/>
            </a:srgbClr>
          </a:solidFill>
          <a:ln w="9525">
            <a:solidFill>
              <a:srgbClr val="9AA5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0" y="40690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Portal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297680" y="45262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decision gets made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680960" y="3886200"/>
            <a:ext cx="3383280" cy="1371600"/>
          </a:xfrm>
          <a:prstGeom prst="rect">
            <a:avLst>
              <a:gd name="adj" fmla="val 4000"/>
            </a:avLst>
          </a:prstGeom>
          <a:solidFill>
            <a:srgbClr val="1E2761">
              <a:alpha val="70000"/>
            </a:srgbClr>
          </a:solidFill>
          <a:ln w="9525">
            <a:solidFill>
              <a:srgbClr val="9AA5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63840" y="40690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Delivery Layer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863840" y="45262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outcome gets recorded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Neural Core — Honeywell Automation Pilot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Demonstrates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that map directly onto an entry-level Industrial Automation role — each one grounded in today's live run, not a claim.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907" y="1586027"/>
            <a:ext cx="439826" cy="43982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490472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Automation Design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2167128"/>
            <a:ext cx="5349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a real incident-response workflow (cyber / plant / supplier) as a repeatable, staged automation.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63640" y="15087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/home/claude/icons/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0907" y="1586027"/>
            <a:ext cx="439826" cy="43982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40880" y="1490472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Automation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263640" y="2167128"/>
            <a:ext cx="5349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ran a headless Playwright test that drove the app exactly as a user would, end to end, against the live server today.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4290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/home/claude/icons/wh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907" y="3506267"/>
            <a:ext cx="439826" cy="43982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410712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Governance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548640" y="4087368"/>
            <a:ext cx="5349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decision gates so automation assists a human decision-maker rather than replacing oversight.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263640" y="34290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/home/claude/icons/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0907" y="3506267"/>
            <a:ext cx="439826" cy="43982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40880" y="3410712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Thinking at Scale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6263640" y="4087368"/>
            <a:ext cx="5349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one architecture pattern consistently across 15+ verticals instead of one-off scripts.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Neural Core — Honeywell Automation Pilot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4114800"/>
            <a:ext cx="4572000" cy="4572000"/>
          </a:xfrm>
          <a:prstGeom prst="ellipse">
            <a:avLst/>
          </a:prstGeom>
          <a:solidFill>
            <a:srgbClr val="1E2761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0058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I'm Asking For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entry-level opportunity on Honeywell's Industrial Automation team — to bring this hands-on build-and-test experience in-house and grow with the team.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welcome the chance to walk through the live Strategist and Executive Portal pages together, or run the automated test live.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3794760"/>
            <a:ext cx="1280160" cy="18288"/>
          </a:xfrm>
          <a:prstGeom prst="rect">
            <a:avLst/>
          </a:prstGeom>
          <a:solidFill>
            <a:srgbClr val="C8202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931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Latorrey Whitehead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4251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Chief Architect, TSM Consultz LLC  ·  Phoenix, AZ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526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app.tsmatter.com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Neural Core — Honeywell Automation Pilot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2026-09-01T20:27:09Z</dcterms:created>
  <dcterms:modified xsi:type="dcterms:W3CDTF">2026-09-01T20:27:09Z</dcterms:modified>
</cp:coreProperties>
</file>