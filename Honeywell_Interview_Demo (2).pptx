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WIDE. "This is a 55+ application platform, 7 verticals, solo-built, live in production." I didn't build a slide deck about what I could do — I built the platform, pointed it at Honeywell specifically, and I'm walking you through something that's already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I'm not pitching from outside — I'm already inside Honeywell's IT org, so there's zero ramp time on culture or tools. My background spans regulated, high-security environments (JPMorgan, BofA, Intuitive Surgical, AECOM) — that's the credibility layer under everything that follows.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WOW-FACTOR FRAME: three things the req asks for, three things I already did — including the third row, which lands hardest: I built a Honeywell-specific vertical before I was ever asked to. That's the proactive-initiative signal, say it plainly and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Scale + credibility in one breath: 55+ apps, 7 verticals, solo builder, live on Fly.io — not a mockup, a production system with uptime. Point at the Honeywell chip: 5 incident types, more than any other vertical, because Honeywell's incidents genuinely have different first responders. That's the bridge into Exhibit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front doors, one architecture. Plant, Supplier, Cyber-OT, BESS/Gigafactory, Advanced Detection — five genuinely different first-responder paths that all converge on one Strategist and one Executive Portal. This is proof I can design for real organizational complexity, not a toy flow. Note out loud: BESS and cyber-OT share the platform's top severity tier in the strategist's own scoring logic — a real code-level decision, not a demo convenience.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WOW MOMENT: it speaks Honeywell's own language, not generic vendor-speak. VESDA, Li-ion Tamer — these war rooms are named after Honeywell's actual product lines, not "Incident Type 3." That's domain fluency a generic platform demo can't fake. Let this slide breathe before moving to the live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deep on this exhibit — walk the 6-engine OT/ICS analysis live if possible. Narrate the data diode / historian logic out loud: the blocked probe toward the historian means the diode's one-way policy held, no confirmed OT-side compromise. This is the "he actually understands our domain" moment. Land the KPI-traceability line: every number is read directly from source, not recomputed on this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exec portal: $150K financial exposure and a 1-day containment ETA, escalated automatically from the strategist — next to five numbered decisions, each with an owner, a deadline, and a cost. Analysis to signed-off decision in one screen. This is the piece a VP actually 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Pull back to discipline: this isn't a demo I patched together for today — I already wrote and ran a full 30-minute stakeholder pitch for this platform before this interview ever existed. Then land the governance line verbatim: "The ESCALATE button is grayed out while the models run — it only activates when the analysis is complete. Nothing escalates until the system is ready. That's not a UI detail. That's a governance principle." This lands hard with a safety/OT-culture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to the day job: same relay-once, read-everywhere pattern from the enterprise platform, pointed at the tickets and VMware environments I already work with day to day. Proves the architecture isn't a one-off — it's a pattern that transfers. Field Nation background (imaging, Hyper-V, SCCM, full VM lifecycle) is the exact domain VMware Copilot is built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discipline nobody asked for: 15+ Playwright E2E specs, a Puppeteer crawl verifying 39/40 pages return 200, a living ARCHITECTURE-NOTES.md with real resolved decisions — quote the "zero external callers" line directly. This is what separates a demo from something you could actually hand to a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the gap directly, before they raise it: "I'd rather raise it than have it raised for me." Follow immediately with the AECOM discovery-to-proposal motion and the licensed P&amp;C/Medicare-AHIP sales background as the counterweight — capability over credential. Don't linger defensively; state it once, plainly, and move to the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CLOSE, verbatim: "You watched the platform, the Honeywell-specific vertical, and the talk track I already built — running." The ask is simple: an internal-transfer conversation, and if there's a live requisition, a chance to run this same walkthrough for the hiring team directly. Stop talking after the ask — let it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91695" cy="18288"/>
          </a:xfrm>
          <a:prstGeom prst="rect">
            <a:avLst/>
          </a:prstGeom>
          <a:solidFill>
            <a:srgbClr val="1E2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LATORREY WHITEHEAD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Demo: The Work Already Speaks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Architect / Pre-Sales Engineer — a live walkthrough of a Honeywell-specific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build, not a pitch deck.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3246120" cy="310896"/>
          </a:xfrm>
          <a:prstGeom prst="rect">
            <a:avLst/>
          </a:prstGeom>
          <a:solidFill>
            <a:srgbClr val="0F1A21"/>
          </a:solidFill>
          <a:ln w="12700">
            <a:solidFill>
              <a:srgbClr val="00E5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66344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SOLUTIONS ARCHITECT, TSM CONSULTZ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0" y="4663440"/>
            <a:ext cx="2331720" cy="310896"/>
          </a:xfrm>
          <a:prstGeom prst="rect">
            <a:avLst/>
          </a:prstGeom>
          <a:solidFill>
            <a:srgbClr val="0F1A21"/>
          </a:solidFill>
          <a:ln w="12700">
            <a:solidFill>
              <a:srgbClr val="00B8A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466344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HONEYWELL 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4663440"/>
            <a:ext cx="1737360" cy="310896"/>
          </a:xfrm>
          <a:prstGeom prst="rect">
            <a:avLst/>
          </a:prstGeom>
          <a:solidFill>
            <a:srgbClr val="0F1A21"/>
          </a:solidFill>
          <a:ln w="12700">
            <a:solidFill>
              <a:srgbClr val="00B8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46634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PHOENIX, AZ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PRESENTING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Bridge Between Architecture and the Deal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77840" cy="457200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SUMMARY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Solutions Architect — TSM Consultz LLC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(2024–Present)
Independently designed, built, and deployed a 55+ application, 7-vertical AI decision-intelligence platform end to end — architecture, integration, and production deployment.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Technician — Honeywell Technologies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(2026–Present)
Current internal Honeywell employee — firsthand exposure to Honeywell's technical environment, tools, and internal culture.
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Nation, AECOM, Intuitive Surgical, Western Alliance/JPMorgan/BofA — enterprise IT support across regulated, high-security environments.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55080" y="1600200"/>
            <a:ext cx="5303520" cy="457200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75120" y="18288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COMPETENCIES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219456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Solution Architecture &amp; System Design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Technical Pre-Sales &amp; Customer Demos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Translating Requirements into Architecture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AI/Automation Platform Integration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Cross-Functional &amp; Customer-Facing Communication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CI/CD &amp; Cloud Deployment (Node.js, Fly.io, GitHub Actions)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Regulatory &amp; Compliance Fluency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75120" y="4983480"/>
            <a:ext cx="4663440" cy="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5120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Certified Cloud Practitioner  ·  Cisco Certified Support Technician  ·  AHIP Medicare Sales Certified  ·  AZ Life, Health &amp; Accident License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ROLE, SPECIFICALLY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Req Asks For — and Where I Already 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Honeywell's Solutions Architect / Pre-Sales Engineer postings (Productivity Solutions &amp; Services) describe the job as being: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868680"/>
          </a:xfrm>
          <a:prstGeom prst="rect">
            <a:avLst/>
          </a:prstGeom>
          <a:solidFill>
            <a:srgbClr val="111C24"/>
          </a:solidFill>
          <a:ln w="12700">
            <a:solidFill>
              <a:srgbClr val="00B8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go-to person who bridges the gap between technology, product strategy, and integration into the customer's environment.”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91672" cy="9601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0520" y="3337560"/>
            <a:ext cx="0" cy="68580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3200400"/>
            <a:ext cx="6995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&amp; shipped a 55+ app AI platform, solo — architecture, integration, deployment.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11091672" cy="9601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297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strategy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60520" y="4434840"/>
            <a:ext cx="0" cy="68580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34840" y="4297680"/>
            <a:ext cx="6995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and ran a full 30-minute stakeholder pitch: hook, 6-vertical fast pass, anchor chain, close.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1091672" cy="9601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39496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into the customer's environment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60520" y="5532120"/>
            <a:ext cx="0" cy="68580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34840" y="5394960"/>
            <a:ext cx="6995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Honeywell-specific vertical (Plant / Supplier / Cyber-OT) before ever being asked to.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PLATFORM, IN NUMBERS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 Shell — Built, Deployed, and Running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79192" cy="173736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55+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600200"/>
            <a:ext cx="2679192" cy="173736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64992" y="178308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364992" y="2651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VERTICALS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2679192" cy="173736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81344" y="178308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181344" y="2651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BUILDER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7696" y="1600200"/>
            <a:ext cx="2679192" cy="173736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97696" y="1783080"/>
            <a:ext cx="2679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Fly.io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8997696" y="265176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DEPLOY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2724912" cy="566928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" y="397764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RCM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64992" y="3977640"/>
            <a:ext cx="2724912" cy="566928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0" y="397764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81344" y="3977640"/>
            <a:ext cx="2724912" cy="566928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91072" y="397764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97696" y="3977640"/>
            <a:ext cx="2724912" cy="566928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07424" y="3977640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681728"/>
            <a:ext cx="2724912" cy="566928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" y="468172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64992" y="4681728"/>
            <a:ext cx="2724912" cy="566928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468172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/ Mortgage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81344" y="4681728"/>
            <a:ext cx="2724912" cy="566928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91072" y="468172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BPO Services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97696" y="4681728"/>
            <a:ext cx="2724912" cy="566928"/>
          </a:xfrm>
          <a:prstGeom prst="rect">
            <a:avLst/>
          </a:prstGeom>
          <a:solidFill>
            <a:srgbClr val="0F1A21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07424" y="4681728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 (5 Incident Types)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vertical runs the same three-layer chain: War Room (operator desk, live engines) → Strategist (analytical handoff) → Executive Portal (decision + client-package export). Architecture verified against the live HTML/JS, not assumed — see MASTER_VERTICAL_WALKTHROUGH.md in the repo.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 — BUILT BEFORE I WAS ASKED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Honeywell Vertical: Five Incident Front Doors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every other vertical in the platform, Honeywell has five parallel front doors — because plant, supplier, cyber-OT, BESS/Gigafactory, and advanced-detection events have genuinely different first responders — converging on one shared strategist and one executive view.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21408" cy="914400"/>
          </a:xfrm>
          <a:prstGeom prst="rect">
            <a:avLst/>
          </a:prstGeom>
          <a:solidFill>
            <a:srgbClr val="111C24"/>
          </a:solidFill>
          <a:ln w="15875">
            <a:solidFill>
              <a:srgbClr val="00E5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240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706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plant-incident.html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09344" y="3063240"/>
            <a:ext cx="0" cy="256032"/>
          </a:xfrm>
          <a:prstGeom prst="line">
            <a:avLst/>
          </a:prstGeom>
          <a:noFill/>
          <a:ln w="15875">
            <a:solidFill>
              <a:srgbClr val="1E2F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93492" y="2148840"/>
            <a:ext cx="2121408" cy="914400"/>
          </a:xfrm>
          <a:prstGeom prst="rect">
            <a:avLst/>
          </a:prstGeom>
          <a:solidFill>
            <a:srgbClr val="111C24"/>
          </a:solidFill>
          <a:ln w="15875">
            <a:solidFill>
              <a:srgbClr val="00B8A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30652" y="2240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SHUTDOWN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930652" y="27706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supplier-shutdown.html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854196" y="3063240"/>
            <a:ext cx="0" cy="256032"/>
          </a:xfrm>
          <a:prstGeom prst="line">
            <a:avLst/>
          </a:prstGeom>
          <a:noFill/>
          <a:ln w="15875">
            <a:solidFill>
              <a:srgbClr val="1E2F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38344" y="2148840"/>
            <a:ext cx="2121408" cy="914400"/>
          </a:xfrm>
          <a:prstGeom prst="rect">
            <a:avLst/>
          </a:prstGeom>
          <a:solidFill>
            <a:srgbClr val="111C24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75504" y="2240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CYBER-OT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7706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cyber-incident.html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99048" y="3063240"/>
            <a:ext cx="0" cy="256032"/>
          </a:xfrm>
          <a:prstGeom prst="line">
            <a:avLst/>
          </a:prstGeom>
          <a:noFill/>
          <a:ln w="15875">
            <a:solidFill>
              <a:srgbClr val="1E2F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3196" y="2148840"/>
            <a:ext cx="2121408" cy="914400"/>
          </a:xfrm>
          <a:prstGeom prst="rect">
            <a:avLst/>
          </a:prstGeom>
          <a:solidFill>
            <a:srgbClr val="111C24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20356" y="2240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/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GIGAFACTORY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420356" y="27706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bess-gigafactory-incident.html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8343900" y="3063240"/>
            <a:ext cx="0" cy="256032"/>
          </a:xfrm>
          <a:prstGeom prst="line">
            <a:avLst/>
          </a:prstGeom>
          <a:noFill/>
          <a:ln w="15875">
            <a:solidFill>
              <a:srgbClr val="1E2F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28048" y="2148840"/>
            <a:ext cx="2121408" cy="914400"/>
          </a:xfrm>
          <a:prstGeom prst="rect">
            <a:avLst/>
          </a:prstGeom>
          <a:solidFill>
            <a:srgbClr val="111C24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65208" y="224028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665208" y="277063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advanced-detection-incident.html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588752" y="3063240"/>
            <a:ext cx="0" cy="256032"/>
          </a:xfrm>
          <a:prstGeom prst="line">
            <a:avLst/>
          </a:prstGeom>
          <a:noFill/>
          <a:ln w="15875">
            <a:solidFill>
              <a:srgbClr val="1E2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9344" y="3319272"/>
            <a:ext cx="8979408" cy="0"/>
          </a:xfrm>
          <a:prstGeom prst="line">
            <a:avLst/>
          </a:prstGeom>
          <a:noFill/>
          <a:ln w="15875">
            <a:solidFill>
              <a:srgbClr val="1E2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99048" y="3319272"/>
            <a:ext cx="0" cy="338328"/>
          </a:xfrm>
          <a:prstGeom prst="line">
            <a:avLst/>
          </a:prstGeom>
          <a:noFill/>
          <a:ln w="19050">
            <a:solidFill>
              <a:srgbClr val="1E2F3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08960" y="3657600"/>
            <a:ext cx="5943600" cy="868680"/>
          </a:xfrm>
          <a:prstGeom prst="rect">
            <a:avLst/>
          </a:prstGeom>
          <a:solidFill>
            <a:srgbClr val="111C24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383280" y="375818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HONEYWELL STRATEGIST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383280" y="408736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honeywell-strategist.html  —  6-engine analysis per incident type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4526280"/>
            <a:ext cx="0" cy="411480"/>
          </a:xfrm>
          <a:prstGeom prst="line">
            <a:avLst/>
          </a:prstGeom>
          <a:noFill/>
          <a:ln w="19050">
            <a:solidFill>
              <a:srgbClr val="1E2F3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108960" y="4937760"/>
            <a:ext cx="5943600" cy="868680"/>
          </a:xfrm>
          <a:prstGeom prst="rect">
            <a:avLst/>
          </a:prstGeom>
          <a:solidFill>
            <a:srgbClr val="111C24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0" y="50383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HONEYWELL EXECUTIVE PORTAL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383280" y="536752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honeywell-executive-portal.html  —  AUTHORIZE / BOARD NOTIFIED / EXPORT CLIENT PACKAGE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035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and cyber-OT share the platform's top severity tier (CRITICAL) in the strategist's own scoring logic — a real code-level decision, not a demo convenience.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A2 — HONEYWELL'S OWN PRODUCT LINES, BUILT 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Detection &amp; BESS/Gigafactory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war rooms are named after Honeywell's own product lines, not generic scenarios — they reason about the sensor technologies by name.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4160520"/>
          </a:xfrm>
          <a:prstGeom prst="rect">
            <a:avLst/>
          </a:prstGeom>
          <a:solidFill>
            <a:srgbClr val="111C24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7627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ADVANCED DETECTION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871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advanced-detection-incident.html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4846320" cy="502920"/>
          </a:xfrm>
          <a:prstGeom prst="rect">
            <a:avLst/>
          </a:prstGeom>
          <a:solidFill>
            <a:srgbClr val="0F1A21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834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“Early-warning detection alert — VESDA / Li-ion Tamer sensor network — command center engaged”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747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TYPES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7307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Off-Gas Alert  ·  Gigafactory Off-Gas Alert  ·  VESDA Particulate Alert  ·  Facility Shutdown Log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51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ENGINES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507992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Intel · Facility Impact · Failure Progression — how far from thermal runaway · Exposure Calc · Response Plan · Exec Dispatch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5303520"/>
            <a:ext cx="4846320" cy="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440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Risk Score, $ Exposure, and Detection Lead Time — the margin between sensor alert and visible fire.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5513832" cy="4160520"/>
          </a:xfrm>
          <a:prstGeom prst="rect">
            <a:avLst/>
          </a:prstGeom>
          <a:solidFill>
            <a:srgbClr val="111C24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21762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🔋 BESS / GIGAFACTORY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bess-gigafactory-incident.html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4937760" cy="502920"/>
          </a:xfrm>
          <a:prstGeom prst="rect">
            <a:avLst/>
          </a:prstGeom>
          <a:solidFill>
            <a:srgbClr val="0F1A21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“Critical incident active — BESS/Gigafactory event detected — command center engaged, all engines standby”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47472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C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ENGINES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7307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Intel · Thermal/Off-Gas Impact · Root Cause · Exposure Calc · Action Planner · Exec Dispatch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7C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DETECTION REFERENCE (built into this page)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59028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Tamer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off-gas sensing for early lithium-ion thermal-runaway warning, ahead of visible smoke or heat.
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VESDA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aspirating smoke detection for gigafactory clean rooms and large open floor plans.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5532120"/>
            <a:ext cx="4937760" cy="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page links out with its own “↗ Open Honeywell Advanced Detection track” button — the two war rooms are cross-referenced by design.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 — LIVE SCREEN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Honeywell Strategist: 6-Engine OT/ICS Analysis</a:t>
            </a:r>
            <a:endParaRPr lang="en-US" sz="3000" dirty="0"/>
          </a:p>
        </p:txBody>
      </p:sp>
      <p:pic>
        <p:nvPicPr>
          <p:cNvPr id="4" name="Image 0" descr="/home/claude/work/deck_assets/hw-strat-engines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360920" cy="277977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7360920" cy="2779776"/>
          </a:xfrm>
          <a:prstGeom prst="rect">
            <a:avLst/>
          </a:prstGeom>
          <a:ln w="12700">
            <a:solidFill>
              <a:srgbClr val="1E2F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92440" y="1508760"/>
            <a:ext cx="3547872" cy="466344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66760" y="1691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LOADED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20116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credential compromise in Finance → lateral movement across 14 IT endpoints → blocked probe toward the plant historian (IT/OT data diode holds).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366760" y="3154680"/>
            <a:ext cx="3017520" cy="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6676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 TO THIS ROLE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36118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6 parallel engines: intel, safety impact, attack vector, financial exposure, containment, exec dispatch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IT/OT boundary language (data diode, historian, VLAN isolation) — Honeywell's own domain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Every KPI traced to source: “read directly from kpis.exposure — not recomputed on this page”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 — LIVE SCREEN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Portal: From Analysis to Signed-Off Decision</a:t>
            </a:r>
            <a:endParaRPr lang="en-US" sz="3000" dirty="0"/>
          </a:p>
        </p:txBody>
      </p:sp>
      <p:pic>
        <p:nvPicPr>
          <p:cNvPr id="4" name="Image 0" descr="/home/claude/work/deck_assets/hw-exec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446520" cy="36301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6446520" cy="3630168"/>
          </a:xfrm>
          <a:prstGeom prst="rect">
            <a:avLst/>
          </a:prstGeom>
          <a:ln w="12700">
            <a:solidFill>
              <a:srgbClr val="1E2F3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78040" y="1508760"/>
            <a:ext cx="4462272" cy="466344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PITCH, IN ONE SCREEN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0116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$825K–$1.32M financial exposure and a 4-hour containment ETA, escalated automatically from the strategist — next to three numbered decisions, each with an owner, a deadline, and a cost.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452360" y="3154680"/>
            <a:ext cx="3931920" cy="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329184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291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forensic investigation &amp; threat-hunt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63931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· 12h · $300,000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7452360" y="4005072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400507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legal &amp; compliance for breach notification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863840" y="43525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Compliance · 24h · $150,000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4718304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7183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patching &amp; access-hardening budget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50657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· 48h · $75,000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B — THE PRESALES MOTION, NOT JUST THE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Already Wrote and Ran the Pitch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30-minute live-demo talk track, written for a Honeywell AI Ops audience — format: live demo, no slides.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148840" cy="23317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0:00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+ Frame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15468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hook: “more dashboards than direction” — document router demo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2057400"/>
            <a:ext cx="2148840" cy="23317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3:00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514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6-Vertical Fast Pass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15468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FinOps, Insurance, Construction, Legal, Real Estate — 2 min each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057400"/>
            <a:ext cx="2148840" cy="23317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514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BPO Anchor Chain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15468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→ Decide → Execute → Trust, with 3 parallel scenario simulations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057400"/>
            <a:ext cx="2148840" cy="23317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27:00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2514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Core + WIP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315468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Cross-vertical signal intelligence and execution tracking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509760" y="2057400"/>
            <a:ext cx="2148840" cy="23317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46920" y="21945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31:00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251460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+ Close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3154680"/>
            <a:ext cx="1874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timeline, governance model, and a scoped next step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11091672" cy="1554480"/>
          </a:xfrm>
          <a:prstGeom prst="rect">
            <a:avLst/>
          </a:prstGeom>
          <a:solidFill>
            <a:srgbClr val="111C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7548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LINE I BUILT INTO THE DEMO ITSELF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ESCALATE button is grayed out while the models run — it only activates when the analysis is complete. Nothing escalates until the system is ready. That's not a UI detail. That's a governance principle.”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C — WHERE THE DAY JOB AND THE PLATFORM MEET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Ticket Copilot: The Same Discipline, Pointed at IT Ops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connected apps for internal IT operations — the same relay-once, read-everywhere pattern that powers every vertical, applied to the tickets, VMware environments, and topology I already work with day to day.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6035040" cy="91440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243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Command Center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94436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— links to the other three apps; AI assistant one click away on every page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0" y="3429000"/>
            <a:ext cx="0" cy="91440"/>
          </a:xfrm>
          <a:prstGeom prst="line">
            <a:avLst/>
          </a:prstGeom>
          <a:noFill/>
          <a:ln w="19050">
            <a:solidFill>
              <a:srgbClr val="1E2F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3520440"/>
            <a:ext cx="6035040" cy="91440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35204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6301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Ticket Copilot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5020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 incident number, open the VMware SME module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4434840"/>
            <a:ext cx="0" cy="91440"/>
          </a:xfrm>
          <a:prstGeom prst="line">
            <a:avLst/>
          </a:prstGeom>
          <a:noFill/>
          <a:ln w="19050">
            <a:solidFill>
              <a:srgbClr val="1E2F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526280"/>
            <a:ext cx="6035040" cy="91440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52628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6360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VMware Copilot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95604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banner and Component/Category/Environment dropdowns pre-filled — relay write, not re-typed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566160" y="5440680"/>
            <a:ext cx="0" cy="91440"/>
          </a:xfrm>
          <a:prstGeom prst="line">
            <a:avLst/>
          </a:prstGeom>
          <a:noFill/>
          <a:ln w="19050">
            <a:solidFill>
              <a:srgbClr val="1E2F3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5532120"/>
            <a:ext cx="6035040" cy="91440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553212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641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Topology (Digital Twin)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96188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digital-twin view; same assistant, same backend</a:t>
            </a:r>
            <a:endParaRPr lang="en-US" sz="1050" dirty="0"/>
          </a:p>
        </p:txBody>
      </p:sp>
      <p:pic>
        <p:nvPicPr>
          <p:cNvPr id="24" name="Image 0" descr="/home/claude/work/deck_assets/hw-strat-top-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508760"/>
            <a:ext cx="4736592" cy="224942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508760"/>
            <a:ext cx="4736592" cy="2249424"/>
          </a:xfrm>
          <a:prstGeom prst="rect">
            <a:avLst/>
          </a:prstGeom>
          <a:ln w="12700">
            <a:solidFill>
              <a:srgbClr val="1E2F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03720" y="3822192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platform, same KPI-traceability discipline — shown here on the Honeywell Strategist screen.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03720" y="4434840"/>
            <a:ext cx="4736592" cy="1737360"/>
          </a:xfrm>
          <a:prstGeom prst="rect">
            <a:avLst/>
          </a:prstGeom>
          <a:solidFill>
            <a:srgbClr val="111C24"/>
          </a:solidFill>
          <a:ln w="12700">
            <a:solidFill>
              <a:srgbClr val="00B8A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17804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DIRECTLY RELEVANT BACKGROUND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7178040" y="48920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Nation: enterprise migrations (imaging, Hyper-V, SCCM task sequencing), full VMware VM lifecycle across distributed client environments — the exact domain VMware Copilot is built for.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UNDERNEATH THE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Discipline, Not Just a Good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57600" cy="429768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&amp; Deployment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200400" cy="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5146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GitHub Actions pipelines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Live on Fly.io — shared-cpu-2x, auto-start machines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Persistent volume-mounted data store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2544" y="1645920"/>
            <a:ext cx="3657600" cy="429768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81144" y="2331720"/>
            <a:ext cx="3200400" cy="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81144" y="25146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15+ Playwright end-to-end specs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Puppeteer suite-hub crawl — verified real login, 39/40 pages returned 200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Relay round-trip tests per vertical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56448" y="1645920"/>
            <a:ext cx="3657600" cy="429768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Discipline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85048" y="2331720"/>
            <a:ext cx="3200400" cy="0"/>
          </a:xfrm>
          <a:prstGeom prst="line">
            <a:avLst/>
          </a:prstGeom>
          <a:noFill/>
          <a:ln w="12700">
            <a:solidFill>
              <a:srgbClr val="1E2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85048" y="25146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Living ARCHITECTURE-NOTES.md — duplication hazards tracked, not hidden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Every canonical-file decision backed by a caller-count audit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Dead code identified and flagged for removal, not left ambiguous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807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“RESOLVED (2026-07-04): Canonical is html/core/tsm-enforcer.js — evidence: TSM_ENFORCER.* has zero external callers anywhere in the repo.”  — actual line from the project's own architecture notes.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HONESTLY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Solutions Architect / Pre-Sales — and One Open Item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675120" cy="461772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LANE FITS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0312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Comfortable owning both sides of a pre-sales conversation — the technical design discussion with an engineer, and the ROI discussion with an economic buyer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Ran a real discovery-to-proposal motion into a live enterprise account (Infosys's AECOM team) — scoped the customer's pain points, then designed and proposed a tailored solution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 licensed sales background (P&amp;C, Medicare/AHIP) adds real credibility to the customer-facing half of this role — not just the technical half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Already an internal employee — no ramp time on Honeywell's culture, tools, or environment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452360" y="1600200"/>
            <a:ext cx="4187952" cy="4617720"/>
          </a:xfrm>
          <a:prstGeom prst="rect">
            <a:avLst/>
          </a:prstGeom>
          <a:solidFill>
            <a:srgbClr val="111C2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266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WORTH ADDRESSING DIRECTLY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21031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list a bachelor's degree; my degree is an Associate of Human Services from Kellogg Community College.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32461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I'd rather raise it than have it raised for me — and I'd like to talk through how much weight it carries for an internal candidate with this body of work behind it.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TSM CONSULTZ · LATORREY WHITEHEAD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89320"/>
            <a:ext cx="12191695" cy="18288"/>
          </a:xfrm>
          <a:prstGeom prst="rect">
            <a:avLst/>
          </a:prstGeom>
          <a:solidFill>
            <a:srgbClr val="1E2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E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148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didn't watch a pitch about what I could do.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8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watched the platform, the Honeywell-specific vertical, and the talk track I already built — running.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840480"/>
            <a:ext cx="10515600" cy="1554480"/>
          </a:xfrm>
          <a:prstGeom prst="rect">
            <a:avLst/>
          </a:prstGeom>
          <a:solidFill>
            <a:srgbClr val="111C24"/>
          </a:solidFill>
          <a:ln w="12700">
            <a:solidFill>
              <a:srgbClr val="1E2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3434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9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internal-transfer conversation about the Solutions Architect / Pre-Sales Engineer track — and, if there's a live requisition open now, a chance to run this same walkthrough for the hiring team directly.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Latorrey Whitehead  ·  latorreyw99@gmail.com  ·  torreyw94@tsmatter.com  ·  Phoenix, AZ (Laveen)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2026-09-11T01:13:30Z</dcterms:created>
  <dcterms:modified xsi:type="dcterms:W3CDTF">2026-09-11T01:13:30Z</dcterms:modified>
</cp:coreProperties>
</file>